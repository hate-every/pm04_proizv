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120CF9-5312-51C0-3958-C86EE1E4B2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6D4514B-A520-BBF2-1F35-559135D9A1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F19E39F-7FF0-6128-0564-628614998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35D04-E52D-4661-A3FA-2332314260F9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8F83810-CAE2-5BF0-A065-7F8658FDC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E118153-6C29-7FCE-11B4-5A6AF116B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34A5F-3A7B-4DFC-A6E3-C63C768FE3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093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770657-88B5-D775-960B-D2E6B2F85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E5970C-AAF4-5E3D-A845-234CAE655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9FEF26-D329-8444-B9A5-37ABB72E8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35D04-E52D-4661-A3FA-2332314260F9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A17E6E6-47B1-9200-88C0-CD6C47FA2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B398254-45D5-D2F2-2CFD-4CD50BA68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34A5F-3A7B-4DFC-A6E3-C63C768FE3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2875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9CD4B9-DFF7-9A27-0685-E0BB8CD52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AF54D41-6BA1-AF80-3906-03A6B7F5F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5A0AB7E-AD2C-079C-38EE-945D9C96F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35D04-E52D-4661-A3FA-2332314260F9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1C2F641-9E40-847F-035F-81CC2EDD7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59BD9AE-7520-EAE3-D80E-9253C1BB2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34A5F-3A7B-4DFC-A6E3-C63C768FE3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1159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C3D380-70D0-FFC8-17EF-18305571A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B911B0-9DC8-739C-6D20-A4E6FF8F5D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362D106-DD65-2C0C-7C62-E096E9844D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017C490-20F7-BAF5-EFDA-6EDA94696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35D04-E52D-4661-A3FA-2332314260F9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0EF8A46-9729-54D4-2911-3B40FF0B4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18269C6-01A6-DB34-3038-3F7EC8B6B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34A5F-3A7B-4DFC-A6E3-C63C768FE3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0522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696AB8-7F94-32D8-EABC-FC93A1014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1DE39AA-71B8-DDD5-C09D-1A9A810F6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524B990-D0C5-AF46-27CF-FF8055164D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F7106A5-09F4-11DE-D6FD-D645918FBE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1312483-AC8C-FCA2-A2BD-F2A7332BDE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2C4C6EB-920A-9A5F-F3B6-C3D190971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35D04-E52D-4661-A3FA-2332314260F9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1F4C6DD-2D48-81E4-2CA4-9BD1B032B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FA2FE72-5839-900D-3399-AADE8679D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34A5F-3A7B-4DFC-A6E3-C63C768FE3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8766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4A73DC-4771-AB5D-280F-9E0D1A7D8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8DAE94E-4A7B-985E-350A-A0609EED2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35D04-E52D-4661-A3FA-2332314260F9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DED06E9-CE65-C75C-13EF-DD3ECD0E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4E8FF38-8E54-DDE1-DA80-BAAA5716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34A5F-3A7B-4DFC-A6E3-C63C768FE3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9252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42B20FC-22D1-9AAA-8FC7-496609E4F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35D04-E52D-4661-A3FA-2332314260F9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07D9643-E553-EA24-BD89-D613E777F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AF99C2D-94B6-6428-689C-01A3EB535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34A5F-3A7B-4DFC-A6E3-C63C768FE3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2274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C178FF-0840-40DF-A90E-10FFF7952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5B65A6-9455-1632-4043-39490FEB8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7ADC6D4-8443-7DC7-445D-14EE021B6B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00275E8-FC9C-8FBA-B181-313551F9D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35D04-E52D-4661-A3FA-2332314260F9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CC3A4FF-016D-5569-9E9A-BB224E1A4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D0A73C6-F397-A514-FCF0-8E1AD1263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34A5F-3A7B-4DFC-A6E3-C63C768FE3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3749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BEB346-4A8F-07DE-CC44-7867CB617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479CADA-BC88-45A7-FE6D-BA4594C774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03878FC-FA44-8CDB-2EB1-D0B1051322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31530AC-DCC1-8A37-7978-834957EB2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35D04-E52D-4661-A3FA-2332314260F9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050CD14-1E3D-9C05-A3D1-E7AE8AFB3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745E860-7294-3415-4224-BD6631881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34A5F-3A7B-4DFC-A6E3-C63C768FE3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1158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F60135-53C0-030E-8EB3-C88109665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DEFA3C4-36DA-98F4-B027-B8DB22B4F0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1E55E2-45F9-9CE2-6173-0034AF0E6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35D04-E52D-4661-A3FA-2332314260F9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ED1D395-EA22-31DD-3FF9-6DF06ADEB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BED38E-D97C-43F5-B55F-09EA366DC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34A5F-3A7B-4DFC-A6E3-C63C768FE3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114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87AB151-4560-8F1A-3966-3E3F2551A2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E5A8C2A-5EF7-E8CF-1B73-8130E27F79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6908EAE-28C1-26F9-DC56-4C7E0A0A4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35D04-E52D-4661-A3FA-2332314260F9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A469523-BF61-B275-3DEC-0E636A35A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3EDE18-DA32-93DA-E685-5414D5700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34A5F-3A7B-4DFC-A6E3-C63C768FE3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5533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CDF411-7F5C-A6A0-FB14-94A4BDD0B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7A625DA-8E48-5145-F6EB-8A353F5175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51C7E4-3AE7-7C1A-1424-3F7C55C882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D35D04-E52D-4661-A3FA-2332314260F9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BC175E5-EB3A-A4D2-AC2E-075A561A66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39993D4-148E-6B45-344F-279F8BF1B7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334A5F-3A7B-4DFC-A6E3-C63C768FE3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2272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BB2629-109E-688E-CFA1-ECE72780EA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8665" y="724437"/>
            <a:ext cx="9144000" cy="2801454"/>
          </a:xfrm>
        </p:spPr>
        <p:txBody>
          <a:bodyPr>
            <a:noAutofit/>
          </a:bodyPr>
          <a:lstStyle/>
          <a:p>
            <a:r>
              <a:rPr lang="ru-RU" sz="4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ПМ.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r>
              <a:rPr lang="ru-RU" sz="4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«Сопровождение и обслуживание программного обеспечения компьютерных систем»</a:t>
            </a:r>
            <a:br>
              <a:rPr lang="ru-RU" sz="4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5251D5B-8048-6980-A66B-54332BF89C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37309" y="4111772"/>
            <a:ext cx="9654691" cy="2118683"/>
          </a:xfrm>
        </p:spPr>
        <p:txBody>
          <a:bodyPr>
            <a:normAutofit lnSpcReduction="10000"/>
          </a:bodyPr>
          <a:lstStyle/>
          <a:p>
            <a:pPr algn="r"/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Студент: Жданов Данил Константинович</a:t>
            </a:r>
            <a:b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Группа: 23П-1</a:t>
            </a:r>
            <a:b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Специальность: 09.02.07 Информационные системы и программирование</a:t>
            </a:r>
            <a:b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 Калинин Арсений Олегович</a:t>
            </a:r>
          </a:p>
          <a:p>
            <a:pPr algn="r"/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 практики от организации: Кузнецова Елизавета Сергеевна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C27CF5-41BC-D52C-EE3E-A797936BCB34}"/>
              </a:ext>
            </a:extLst>
          </p:cNvPr>
          <p:cNvSpPr txBox="1"/>
          <p:nvPr/>
        </p:nvSpPr>
        <p:spPr>
          <a:xfrm>
            <a:off x="4772846" y="6382452"/>
            <a:ext cx="19680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Слободской, 2026</a:t>
            </a:r>
          </a:p>
          <a:p>
            <a:pPr algn="r"/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7756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0B4F2E-3BB4-2F44-8711-739B4366D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4422" y="44177"/>
            <a:ext cx="5623156" cy="973169"/>
          </a:xfrm>
        </p:spPr>
        <p:txBody>
          <a:bodyPr>
            <a:normAutofit fontScale="90000"/>
          </a:bodyPr>
          <a:lstStyle/>
          <a:p>
            <a:r>
              <a:rPr lang="ru-RU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 работы</a:t>
            </a:r>
            <a:br>
              <a:rPr lang="ru-RU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BBEBC7-FC02-EC0A-6A25-0DF9CF1D26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805" y="1601567"/>
            <a:ext cx="10515600" cy="4351338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Цель: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Закрепление и применение на практике знаний по сопровождению и обслуживанию программного обеспечения.</a:t>
            </a:r>
          </a:p>
          <a:p>
            <a:pPr marL="0" indent="0" algn="l">
              <a:buNone/>
            </a:pPr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задачи:</a:t>
            </a:r>
            <a:endParaRPr lang="ru-RU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Установка и настройка серверного и прикладного ПО.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Обеспечение совместимости и безопасности компонентов.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Организация доступа для разных категорий пользователей.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работоспособности и мониторинг системы.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9376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AFBEA2-DA6C-2D71-67F9-EA336DBEC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627" y="0"/>
            <a:ext cx="7473405" cy="1325563"/>
          </a:xfrm>
        </p:spPr>
        <p:txBody>
          <a:bodyPr/>
          <a:lstStyle/>
          <a:p>
            <a:r>
              <a:rPr lang="ru-RU" b="1" i="0" dirty="0">
                <a:effectLst/>
                <a:latin typeface="quote-cjk-patch"/>
              </a:rPr>
              <a:t>Характеристика предприятия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F8E5B956-59B4-2451-7EC7-E611735D8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863" y="1983071"/>
            <a:ext cx="10515600" cy="4351338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Организация: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ООО «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МастерСофт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-Сервис» (г. Киров).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Специализация: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Разработка, внедрение и сопровождение корпоративного ПО (1С,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Moodle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CMS), ИТ-аутсорсинг.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Место практики: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Отдел технической поддержки.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Кузнецова Ел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изавета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Сергеевна.</a:t>
            </a: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1026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B687D1-7494-343D-6915-BD1F5D2FB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9579" y="-187728"/>
            <a:ext cx="7403764" cy="1325563"/>
          </a:xfrm>
        </p:spPr>
        <p:txBody>
          <a:bodyPr/>
          <a:lstStyle/>
          <a:p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Состав ПО предприятия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BBCA773F-85D8-12B7-8558-A09553FA0E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695" y="1377509"/>
            <a:ext cx="10515600" cy="4351338"/>
          </a:xfrm>
        </p:spPr>
        <p:txBody>
          <a:bodyPr/>
          <a:lstStyle/>
          <a:p>
            <a:pPr marL="0" indent="0" algn="l">
              <a:buNone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Программное обеспечение, используемое в работе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Системное ПО: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Windows Server 2022, Active Directory.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Платформы и среды: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XAMPP (Apache,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MariaDB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PHP), 1С:Предприятие.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Прикладные системы: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WordPress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(корпоративный портал),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Moodle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(СДО).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Средства контроля и безопасности: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Антивирус Касперского,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Gitea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LibreHardwareMonitor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5587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E223F9-FF47-6FC6-F30C-7BDC6AB11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4084" y="-228330"/>
            <a:ext cx="7300566" cy="1325563"/>
          </a:xfrm>
        </p:spPr>
        <p:txBody>
          <a:bodyPr/>
          <a:lstStyle/>
          <a:p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Установка и настройка ПО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CE124832-2873-B925-8FE4-CE6B5C76935F}"/>
              </a:ext>
            </a:extLst>
          </p:cNvPr>
          <p:cNvSpPr txBox="1">
            <a:spLocks/>
          </p:cNvSpPr>
          <p:nvPr/>
        </p:nvSpPr>
        <p:spPr>
          <a:xfrm>
            <a:off x="512589" y="5866593"/>
            <a:ext cx="3963914" cy="6269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Установка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ADDS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C07EDEB3-C2E6-02DB-3C80-2EFD5EEA75EB}"/>
              </a:ext>
            </a:extLst>
          </p:cNvPr>
          <p:cNvSpPr txBox="1">
            <a:spLocks/>
          </p:cNvSpPr>
          <p:nvPr/>
        </p:nvSpPr>
        <p:spPr>
          <a:xfrm>
            <a:off x="4814226" y="3006415"/>
            <a:ext cx="4028247" cy="6918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Установлен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XAMPP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9693C31-5596-94F3-E103-01EBC6220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2127" y="1097233"/>
            <a:ext cx="10515600" cy="1262747"/>
          </a:xfrm>
        </p:spPr>
        <p:txBody>
          <a:bodyPr/>
          <a:lstStyle/>
          <a:p>
            <a:r>
              <a:rPr lang="ru-RU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Акцент на выполненных работах: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Развертывание контроллера домена (Active Directory), установка веб-сервера XAMPP, развертывание систем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WordPress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Moodle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DF2FAEC-6522-08F1-DC15-DA6713C8B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978" y="2661359"/>
            <a:ext cx="4073525" cy="290385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F5F1AA7-E3F7-E51F-2F3A-CA19D2C56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5265" y="3685543"/>
            <a:ext cx="3218815" cy="3076575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D3DC801-1ECB-7BEC-C93E-9C2EDB934D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4522" y="2536847"/>
            <a:ext cx="3419380" cy="16309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Объект 2">
            <a:extLst>
              <a:ext uri="{FF2B5EF4-FFF2-40B4-BE49-F238E27FC236}">
                <a16:creationId xmlns:a16="http://schemas.microsoft.com/office/drawing/2014/main" id="{21F6E2AC-5F30-B165-42B5-A2D9BDA7C84A}"/>
              </a:ext>
            </a:extLst>
          </p:cNvPr>
          <p:cNvSpPr txBox="1">
            <a:spLocks/>
          </p:cNvSpPr>
          <p:nvPr/>
        </p:nvSpPr>
        <p:spPr>
          <a:xfrm>
            <a:off x="8660560" y="4661975"/>
            <a:ext cx="4028247" cy="6918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Установлен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WordPress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4091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6E2AC9-C6A5-46BC-1208-E004D00F8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7473" y="-283756"/>
            <a:ext cx="7517054" cy="1325563"/>
          </a:xfrm>
        </p:spPr>
        <p:txBody>
          <a:bodyPr/>
          <a:lstStyle/>
          <a:p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Обоснование конфигурации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AA7C4ED-B90D-3DEC-C049-7BE4B2FFD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973" y="1204556"/>
            <a:ext cx="6216608" cy="5268911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Active Directory: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Для централизованного управления пользователями и политиками.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XAMPP: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Быстрое развертывание комплексной среды для веб-разработки (все в одном).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WordPress</a:t>
            </a:r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Moodle</a:t>
            </a:r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Как гибкие системы с открытым кодом для портала и обучения.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1С: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Учебная версия для освоения конфигурирования.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21FFDCB-A1C2-B4DE-1E1E-6CD8BBEB1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5793" y="929917"/>
            <a:ext cx="3604260" cy="55435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32201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AB6746-6368-2997-63DA-A911D8714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456" y="-137492"/>
            <a:ext cx="10803242" cy="1325563"/>
          </a:xfrm>
        </p:spPr>
        <p:txBody>
          <a:bodyPr>
            <a:normAutofit/>
          </a:bodyPr>
          <a:lstStyle/>
          <a:p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Обеспечение доступа и совместимости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CAACBABC-052D-D8CC-4B15-373FAB2727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Доступ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Создан локальный пользователь (1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C_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Пользователь) с минимальными правами.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Совместимость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Обеспечена бесконфликтная работа всех служб 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XAMPP, AD, 1C,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Антивирус) в фоновом режиме использованы выделенные порты.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FF7FBDE-BD83-82ED-4114-8F7C9ED01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0115" y="4416759"/>
            <a:ext cx="6840220" cy="152463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36077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736E26-E844-E9AE-F281-8073E148E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336" y="-76935"/>
            <a:ext cx="11566252" cy="1325563"/>
          </a:xfrm>
        </p:spPr>
        <p:txBody>
          <a:bodyPr/>
          <a:lstStyle/>
          <a:p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Контроль качества и анализ эксплуатации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733924-FDED-D079-BBF6-02A7975437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8035" y="1371451"/>
            <a:ext cx="10019544" cy="4351338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 работоспособности: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Использование встроенных средств (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dcdiag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панель XAMPP, мониторинг ресурсов).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условий: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Аппаратная конфигурация (4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vCPU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8 ГБ RAM, SSD) полностью соответствует нагрузке, обеспечивая стабильную работу всех сервисов.</a:t>
            </a:r>
          </a:p>
        </p:txBody>
      </p:sp>
    </p:spTree>
    <p:extLst>
      <p:ext uri="{BB962C8B-B14F-4D97-AF65-F5344CB8AC3E}">
        <p14:creationId xmlns:p14="http://schemas.microsoft.com/office/powerpoint/2010/main" val="2353814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0F1B62-918B-C850-33DA-DE6A72A7B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8913" y="0"/>
            <a:ext cx="8181155" cy="1325563"/>
          </a:xfrm>
        </p:spPr>
        <p:txBody>
          <a:bodyPr>
            <a:normAutofit/>
          </a:bodyPr>
          <a:lstStyle/>
          <a:p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Предложения по модификации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0B8CC9-6242-8DA3-EEB6-2A236B6F1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251" y="1230460"/>
            <a:ext cx="10515600" cy="1809466"/>
          </a:xfrm>
        </p:spPr>
        <p:txBody>
          <a:bodyPr/>
          <a:lstStyle/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Автоматизация резервного копирования с помощью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PowerShell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Единая точка входа (SSO) через Active Directory для всех систем.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Moodle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1С для обмена данными.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1BFB2A1-9AEE-93F7-ADEE-0070101339C2}"/>
              </a:ext>
            </a:extLst>
          </p:cNvPr>
          <p:cNvSpPr txBox="1">
            <a:spLocks/>
          </p:cNvSpPr>
          <p:nvPr/>
        </p:nvSpPr>
        <p:spPr>
          <a:xfrm>
            <a:off x="2058912" y="2661217"/>
            <a:ext cx="818115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Предложения по модификации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CABBDA9F-2F81-44C0-A1AE-CA777F32A084}"/>
              </a:ext>
            </a:extLst>
          </p:cNvPr>
          <p:cNvSpPr txBox="1">
            <a:spLocks/>
          </p:cNvSpPr>
          <p:nvPr/>
        </p:nvSpPr>
        <p:spPr>
          <a:xfrm>
            <a:off x="463759" y="4083671"/>
            <a:ext cx="10515600" cy="18094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Font typeface="Arial" panose="020B0604020202020204" pitchFamily="34" charset="0"/>
              <a:buChar char="•"/>
            </a:pPr>
            <a:r>
              <a:rPr lang="ru-RU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защиты: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Настройка прав NTFS, антивирусный мониторинг, брандмауэр, групповые политики AD.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Контроль версий: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Создан локальный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-репозиторий для хранения конфигураций, скриптов и дампов БД.</a:t>
            </a:r>
          </a:p>
        </p:txBody>
      </p:sp>
    </p:spTree>
    <p:extLst>
      <p:ext uri="{BB962C8B-B14F-4D97-AF65-F5344CB8AC3E}">
        <p14:creationId xmlns:p14="http://schemas.microsoft.com/office/powerpoint/2010/main" val="149430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709832-84D6-5F16-7236-1A5B2AE9B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7102" y="68400"/>
            <a:ext cx="3297795" cy="1325563"/>
          </a:xfrm>
        </p:spPr>
        <p:txBody>
          <a:bodyPr/>
          <a:lstStyle/>
          <a:p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7DE1AD-F73E-7993-2CB6-9583CA5E6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53088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quote-cjk-patch"/>
              </a:rPr>
              <a:t>Успешно выполнены все задачи практики. Получены навыки администрирования, установки и сопровождения ПО.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quote-cjk-patch"/>
              </a:rPr>
              <a:t>Результаты работы подтверждают способность применять полученные знания для решения практических задач в сфере ИТ.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0248884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467</Words>
  <Application>Microsoft Office PowerPoint</Application>
  <PresentationFormat>Широкоэкранный</PresentationFormat>
  <Paragraphs>49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quote-cjk-patch</vt:lpstr>
      <vt:lpstr>Times New Roman</vt:lpstr>
      <vt:lpstr>Тема Office</vt:lpstr>
      <vt:lpstr>ПМ.04 «Сопровождение и обслуживание программного обеспечения компьютерных систем» </vt:lpstr>
      <vt:lpstr>Цель и задачи работы </vt:lpstr>
      <vt:lpstr>Характеристика предприятия</vt:lpstr>
      <vt:lpstr>Состав ПО предприятия</vt:lpstr>
      <vt:lpstr>Установка и настройка ПО</vt:lpstr>
      <vt:lpstr>Обоснование конфигурации</vt:lpstr>
      <vt:lpstr>Обеспечение доступа и совместимости</vt:lpstr>
      <vt:lpstr>Контроль качества и анализ эксплуатации</vt:lpstr>
      <vt:lpstr>Предложения по модификации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Данил Жданов</dc:creator>
  <cp:lastModifiedBy>Данил Жданов</cp:lastModifiedBy>
  <cp:revision>2</cp:revision>
  <dcterms:created xsi:type="dcterms:W3CDTF">2026-05-26T09:59:47Z</dcterms:created>
  <dcterms:modified xsi:type="dcterms:W3CDTF">2026-06-16T11:24:12Z</dcterms:modified>
</cp:coreProperties>
</file>